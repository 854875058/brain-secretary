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YaHei"/>
              </a:rPr>
              <a:t>Spec Coding 项目实战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4EC"/>
                </a:solidFill>
                <a:latin typeface="Microsoft YaHei"/>
              </a:rPr>
              <a:t>从单 AI 辅助到三节点 Agent 交付闭环
以 Brain Secretary 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Microsoft YaHei"/>
              </a:rPr>
              <a:t>核心观点：Spec 不是长 Prompt，而是把需求、边界、验证和输出格式写清楚，再交给多节点 Agent 去执行。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这次分享想回答什么问题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Spec Coding 到底解决了什么问题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为什么单 Agent 在真实项目里往往不够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三节点 Agent 如何形成交付闭环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这套方式在项目里怎么工程化落地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什么是 Spec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4626F"/>
                </a:solidFill>
                <a:latin typeface="Microsoft YaHei"/>
              </a:rPr>
              <a:t>先把任务说清楚，再让 AI 去执行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Spec 的四个核心要素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目标：这轮到底解决什么问题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约束：哪些能动，哪些不能动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验证：改完怎么证明成立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输出：最后交什么结果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本质不是长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不是“想到什么问什么”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不是“让模型多看点上下文”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而是把任务合同先写清楚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让后续执行、验收、复盘都可对齐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为什么单 Agent 不够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单 Agent 同时承担理解需求、实现代码、宣布完成三个角色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真实项目里最常见的三个问题：理解偏、越边界、没验证就说完成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所以从“AI 会写”走向“AI 能交付”，关键不是模型更强，而是流程要拆角色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三节点 Agent 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017520" cy="1371600"/>
          </a:xfrm>
          <a:prstGeom prst="roundRect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qq-main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协调节点</a:t>
            </a:r>
            <a:br/>
            <a:r>
              <a:t>理解需求、拆任务、控边界、汇总结果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2011680"/>
            <a:ext cx="2834640" cy="137160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brain-secretary-dev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实施节点</a:t>
            </a:r>
            <a:br/>
            <a:r>
              <a:t>改代码、改脚本、跑验证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2743200" cy="1371600"/>
          </a:xfrm>
          <a:prstGeom prst="roundRect">
            <a:avLst/>
          </a:prstGeom>
          <a:solidFill>
            <a:srgbClr val="F25F5C"/>
          </a:solidFill>
          <a:ln>
            <a:solidFill>
              <a:srgbClr val="F2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brain-secretary-review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验收节点</a:t>
            </a:r>
            <a:br/>
            <a:r>
              <a:t>找风险、补问题、提返工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94760" y="2697480"/>
            <a:ext cx="64008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2697480"/>
            <a:ext cx="59436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4023360"/>
            <a:ext cx="50292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202932"/>
                </a:solidFill>
                <a:latin typeface="Microsoft YaHei"/>
              </a:rPr>
              <a:t>扩展节点：auto-evolve-main</a:t>
            </a:r>
          </a:p>
          <a:p>
            <a:r>
              <a:rPr sz="1400">
                <a:solidFill>
                  <a:srgbClr val="202932"/>
                </a:solidFill>
                <a:latin typeface="Microsoft YaHei"/>
              </a:rPr>
              <a:t>不承接 QQ 主入口，用于自动巡检、自动闭环和无人值守进化。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7B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Spec 在三节点之间如何流转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783080" cy="1828800"/>
          </a:xfrm>
          <a:prstGeom prst="roundRect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1. 需求进入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用户需求或自动巡检任务进入协调节点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2926080"/>
            <a:ext cx="22860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2011680"/>
            <a:ext cx="1783080" cy="182880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2. 生成 Spec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把目标、约束、验证、输出格式写成任务合同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51960" y="2926080"/>
            <a:ext cx="22860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011680"/>
            <a:ext cx="1783080" cy="1828800"/>
          </a:xfrm>
          <a:prstGeom prst="roundRect">
            <a:avLst/>
          </a:prstGeom>
          <a:solidFill>
            <a:srgbClr val="F25F5C"/>
          </a:solidFill>
          <a:ln>
            <a:solidFill>
              <a:srgbClr val="F2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3. 实施开发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dev 节点按合同执行具体工程改动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926080"/>
            <a:ext cx="22860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2011680"/>
            <a:ext cx="1783080" cy="1828800"/>
          </a:xfrm>
          <a:prstGeom prst="roundRect">
            <a:avLst/>
          </a:prstGeom>
          <a:solidFill>
            <a:srgbClr val="F7B801"/>
          </a:solidFill>
          <a:ln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4. 验收复核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review 节点独立检查风险、回归和漏测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2440" y="2926080"/>
            <a:ext cx="22860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2011680"/>
            <a:ext cx="1783080" cy="1828800"/>
          </a:xfrm>
          <a:prstGeom prst="roundRect">
            <a:avLst/>
          </a:prstGeom>
          <a:solidFill>
            <a:srgbClr val="54626F"/>
          </a:solidFill>
          <a:ln>
            <a:solidFill>
              <a:srgbClr val="546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5. 汇总结果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协调节点收敛结果，保留最终结论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12680" y="2926080"/>
            <a:ext cx="228600" cy="0"/>
          </a:xfrm>
          <a:prstGeom prst="line">
            <a:avLst/>
          </a:prstGeom>
          <a:ln w="27940">
            <a:solidFill>
              <a:srgbClr val="546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2011680"/>
            <a:ext cx="1783080" cy="1828800"/>
          </a:xfrm>
          <a:prstGeom prst="roundRect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6. 只看异常</a:t>
            </a:r>
          </a:p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默认只把异常和待决策项抛给人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项目是什么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OpenClaw 多 Agent 工程系统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QQ 入口统一接到 qq-main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dev/review 承担实施与验收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Paperclip 用于协同投影和可视化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这不是单纯聊天机器人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它关注的是工程交付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不是单轮对话效果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目标是把任务做完、做对、做得可追踪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并让人只在异常处介入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46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项目演进路线</a:t>
            </a:r>
          </a:p>
        </p:txBody>
      </p:sp>
      <p:sp>
        <p:nvSpPr>
          <p:cNvPr id="4" name="Chevron 3"/>
          <p:cNvSpPr/>
          <p:nvPr/>
        </p:nvSpPr>
        <p:spPr>
          <a:xfrm>
            <a:off x="685800" y="2286000"/>
            <a:ext cx="2651760" cy="1371600"/>
          </a:xfrm>
          <a:prstGeom prst="chevron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阶段一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设计约束与角色拆分</a:t>
            </a:r>
          </a:p>
        </p:txBody>
      </p:sp>
      <p:sp>
        <p:nvSpPr>
          <p:cNvPr id="5" name="Chevron 4"/>
          <p:cNvSpPr/>
          <p:nvPr/>
        </p:nvSpPr>
        <p:spPr>
          <a:xfrm>
            <a:off x="3337560" y="2286000"/>
            <a:ext cx="2651760" cy="1371600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阶段二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项目搭建与基础链路打通</a:t>
            </a:r>
          </a:p>
        </p:txBody>
      </p:sp>
      <p:sp>
        <p:nvSpPr>
          <p:cNvPr id="6" name="Chevron 5"/>
          <p:cNvSpPr/>
          <p:nvPr/>
        </p:nvSpPr>
        <p:spPr>
          <a:xfrm>
            <a:off x="5989320" y="2286000"/>
            <a:ext cx="2651760" cy="1371600"/>
          </a:xfrm>
          <a:prstGeom prst="chevron">
            <a:avLst/>
          </a:prstGeom>
          <a:solidFill>
            <a:srgbClr val="F25F5C"/>
          </a:solidFill>
          <a:ln>
            <a:solidFill>
              <a:srgbClr val="F2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阶段三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功能开发与多 Agent 协同</a:t>
            </a:r>
          </a:p>
        </p:txBody>
      </p:sp>
      <p:sp>
        <p:nvSpPr>
          <p:cNvPr id="7" name="Chevron 6"/>
          <p:cNvSpPr/>
          <p:nvPr/>
        </p:nvSpPr>
        <p:spPr>
          <a:xfrm>
            <a:off x="8641080" y="2286000"/>
            <a:ext cx="2651760" cy="1371600"/>
          </a:xfrm>
          <a:prstGeom prst="chevron">
            <a:avLst/>
          </a:prstGeom>
          <a:solidFill>
            <a:srgbClr val="F7B801"/>
          </a:solidFill>
          <a:ln>
            <a:solidFill>
              <a:srgbClr val="F7B8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Microsoft YaHei"/>
              </a:rPr>
              <a:t>阶段四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部署、验收与自动闭环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4626F"/>
                </a:solidFill>
                <a:latin typeface="Microsoft YaHei"/>
              </a:rPr>
              <a:t>如果你后面要讲真实“10 天 / 指令数 / 阶段数据”，这一页可以替换成你自己的项目统计。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典型案例怎么讲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案例一：AI 驱动需求拆解与设计，重点讲协调节点如何把模糊需求转成结构化任务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案例二：Spec 驱动实施开发，重点讲 dev 节点如何按合同做实现，而不是自由发挥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案例三：Spec 驱动验收与返工，重点讲 review 节点如何发现问题并把任务打回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案例四：复杂问题排障，重点讲协调收敛问题、实施试验修复、验收判断是否成立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工程化落地：不是聊天，而是系统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303520" cy="4206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规则与边界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CLAUDE.md / Rules 约束角色和边界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统一运维入口：ops_manager.py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部署真源：deployment_manifest.json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B4A"/>
                </a:solidFill>
                <a:latin typeface="Microsoft YaHei"/>
              </a:rPr>
              <a:t>结果与监督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结构化报告约束最终输出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异常优先汇总：人只看异常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review 证据校验：不靠嘴上说完成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A"/>
                </a:solidFill>
                <a:latin typeface="Microsoft YaHei"/>
              </a:rPr>
              <a:t>开发者角色的重构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从“亲手执行每一步”，转向“定义目标、设规则、看异常、做取舍”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人的价值更多体现在目标判断、边界控制、风险接受与否</a:t>
            </a:r>
          </a:p>
          <a:p>
            <a:pPr>
              <a:spcAft>
                <a:spcPts val="1200"/>
              </a:spcAft>
              <a:defRPr sz="2200">
                <a:solidFill>
                  <a:srgbClr val="202932"/>
                </a:solidFill>
                <a:latin typeface="Microsoft YaHei"/>
              </a:defRPr>
            </a:pPr>
            <a:r>
              <a:t>执行本身越来越可以交给 AI，但验收和责任不能消失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Spec Coding × 三节点 Agent × Brain Secretary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YaHei"/>
              </a:rPr>
              <a:t>一句话总结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4EC"/>
                </a:solidFill>
                <a:latin typeface="Microsoft YaHei"/>
              </a:rPr>
              <a:t>Spec 让 AI 有边界，多 Agent 让 AI 有分工，验收机制让 AI 的结果真正可用。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icrosoft YaHei"/>
              </a:rPr>
              <a:t>真正值得期待的，不只是 AI 会不会继续写更多代码，而是我们能不能把 AI 组织进一个更稳定、更可信、更适合交付的工程系统里。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707A"/>
                </a:solidFill>
                <a:latin typeface="Microsoft YaHei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